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5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1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5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0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1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2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2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2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3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0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4906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82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7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5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57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9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41F43F-2081-4B70-84EF-4A5BDFE255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993DD-AAB5-4C00-9906-B32D260D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8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9A95-1674-4A90-D06D-99D71564F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OpenWeather API Weather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C8603-85E7-0FAA-FB69-9E1D7538E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Adam hay – CS 3080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292208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34A8-36F8-715D-8EDC-0AF80B1C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BF23E-4B14-EA35-F346-845A6D96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OpenWeatherMap API data and additional libraries, this application,</a:t>
            </a:r>
          </a:p>
          <a:p>
            <a:r>
              <a:rPr lang="en-US" dirty="0"/>
              <a:t>Provides Weather data for the input city</a:t>
            </a:r>
          </a:p>
          <a:p>
            <a:pPr lvl="1"/>
            <a:r>
              <a:rPr lang="en-US" dirty="0"/>
              <a:t>Includes weather conditions</a:t>
            </a:r>
          </a:p>
          <a:p>
            <a:pPr lvl="1"/>
            <a:r>
              <a:rPr lang="en-US" dirty="0"/>
              <a:t>Current temperature</a:t>
            </a:r>
          </a:p>
          <a:p>
            <a:pPr lvl="1"/>
            <a:r>
              <a:rPr lang="en-US" dirty="0"/>
              <a:t>High and low temperatures</a:t>
            </a:r>
          </a:p>
          <a:p>
            <a:r>
              <a:rPr lang="en-US" dirty="0"/>
              <a:t>Provides input city, date, and time of query</a:t>
            </a:r>
          </a:p>
          <a:p>
            <a:r>
              <a:rPr lang="en-US" dirty="0"/>
              <a:t>.env file</a:t>
            </a:r>
          </a:p>
          <a:p>
            <a:pPr lvl="1"/>
            <a:r>
              <a:rPr lang="en-US" dirty="0"/>
              <a:t>Used for storing API key locally, in adherence with security best practices and standards</a:t>
            </a:r>
          </a:p>
        </p:txBody>
      </p:sp>
    </p:spTree>
    <p:extLst>
      <p:ext uri="{BB962C8B-B14F-4D97-AF65-F5344CB8AC3E}">
        <p14:creationId xmlns:p14="http://schemas.microsoft.com/office/powerpoint/2010/main" val="349766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CCEC-72BC-14AF-608E-2A3EF96E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Libraries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11A5F-4E24-0D6B-A030-2EEEC9868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C77E8-07F8-9F74-7403-6AD096306337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/>
              <a:t>Used to send a request to OpenWeather, and store the response in json format for the application to use.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31257-B05E-0F6D-B4BF-47241DC4C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tkinter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F78CF2-F0F4-AFD5-EFF0-96ABF733C13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dirty="0"/>
              <a:t>Graphical User Interface (GUI) library used to design the application interface.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D68D4D-C26F-8276-738B-3386462054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datetime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640C13-0F41-15A2-3DA0-D116E082EB88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dirty="0"/>
              <a:t>Used for retrieving data for time and date</a:t>
            </a:r>
          </a:p>
        </p:txBody>
      </p:sp>
    </p:spTree>
    <p:extLst>
      <p:ext uri="{BB962C8B-B14F-4D97-AF65-F5344CB8AC3E}">
        <p14:creationId xmlns:p14="http://schemas.microsoft.com/office/powerpoint/2010/main" val="218878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54CD-B225-30B3-FAEA-157E7802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F007-3DA4-BE6B-800F-3661C23E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</a:t>
            </a:r>
          </a:p>
          <a:p>
            <a:pPr lvl="1"/>
            <a:r>
              <a:rPr lang="en-US" dirty="0"/>
              <a:t>Handling json data and files</a:t>
            </a:r>
          </a:p>
          <a:p>
            <a:r>
              <a:rPr lang="en-US" dirty="0"/>
              <a:t>dotenv </a:t>
            </a:r>
          </a:p>
          <a:p>
            <a:pPr lvl="1"/>
            <a:r>
              <a:rPr lang="en-US" dirty="0"/>
              <a:t>Loading .env file data for API Key</a:t>
            </a:r>
          </a:p>
          <a:p>
            <a:pPr lvl="1"/>
            <a:r>
              <a:rPr lang="en-US" dirty="0"/>
              <a:t>Security standard to avoid hardcoding API keys into code</a:t>
            </a:r>
          </a:p>
          <a:p>
            <a:r>
              <a:rPr lang="en-US" dirty="0"/>
              <a:t>os </a:t>
            </a:r>
          </a:p>
          <a:p>
            <a:pPr lvl="1"/>
            <a:r>
              <a:rPr lang="en-US" dirty="0"/>
              <a:t>Used to load API key from .env file and store into program variable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3A675-41F9-14E7-5EF3-75C4EB18B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AC1A-6F9A-A69A-661B-EA768E5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Lessons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D05C8-1F8B-F3CA-01EE-08B262278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tkinter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F1C72-7AA3-B85E-B17A-6E95D0F982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Learned about creating user interfaces </a:t>
            </a:r>
          </a:p>
          <a:p>
            <a:pPr lvl="1"/>
            <a:r>
              <a:rPr lang="en-US" dirty="0"/>
              <a:t>Involved lots of trial and error</a:t>
            </a:r>
          </a:p>
          <a:p>
            <a:pPr lvl="1"/>
            <a:r>
              <a:rPr lang="en-US" dirty="0"/>
              <a:t>Tkinter frame module helps with widget management</a:t>
            </a:r>
          </a:p>
          <a:p>
            <a:pPr lvl="1"/>
            <a:r>
              <a:rPr lang="en-US" dirty="0"/>
              <a:t>Class usage helps with organization of methods and helps contain the main window loop in an organized way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A31BE-2147-7599-299B-D8E6B56D0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Requests and API keys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04330-C448-0371-8163-F6AD112AC3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Learned about using requests library and working with API keys</a:t>
            </a:r>
          </a:p>
          <a:p>
            <a:pPr lvl="1"/>
            <a:r>
              <a:rPr lang="en-US" dirty="0"/>
              <a:t>Crucial to understand how API’s handle requests</a:t>
            </a:r>
          </a:p>
          <a:p>
            <a:pPr lvl="1"/>
            <a:r>
              <a:rPr lang="en-US" dirty="0"/>
              <a:t>Requests must be properly formatted to ensure API key is verified and data is retrieved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3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5607-94FB-90A0-8380-79B801C5FE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for the Demo!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500EE-A8B5-0DC8-6FE6-3A1F798FC2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87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241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OpenWeather API Weather Application</vt:lpstr>
      <vt:lpstr>Application Core Function</vt:lpstr>
      <vt:lpstr>Main Libraries Used</vt:lpstr>
      <vt:lpstr>Additional Libraries</vt:lpstr>
      <vt:lpstr>Key Design Lessons</vt:lpstr>
      <vt:lpstr>Time for the Demo!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Hay</dc:creator>
  <cp:lastModifiedBy>Adam Hay</cp:lastModifiedBy>
  <cp:revision>1</cp:revision>
  <dcterms:created xsi:type="dcterms:W3CDTF">2026-05-04T02:42:37Z</dcterms:created>
  <dcterms:modified xsi:type="dcterms:W3CDTF">2026-05-04T03:22:33Z</dcterms:modified>
</cp:coreProperties>
</file>